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开场先介绍培训目的。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提醒学员：没有许可不得进入作业区。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安全生产培训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新员工入职第一课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进入现场前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佩戴安全帽和反光背心</a:t>
            </a:r>
          </a:p>
          <a:p>
            <a:r>
              <a:t>确认当天的作业许可</a:t>
            </a:r>
          </a:p>
          <a:p>
            <a:r>
              <a:t>发现隐患立即报告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