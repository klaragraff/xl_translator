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加强质量管理，确保按期交付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